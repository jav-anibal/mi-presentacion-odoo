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ead1f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33957" y="1581150"/>
            <a:ext cx="28757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Odoo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992777" y="2305050"/>
            <a:ext cx="31582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Digital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992777" y="2952750"/>
            <a:ext cx="315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Modernización Digital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92777" y="3295650"/>
            <a:ext cx="315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</a:t>
            </a:r>
            <a:endParaRPr lang="en-US" sz="1350" dirty="0"/>
          </a:p>
        </p:txBody>
      </p:sp>
      <p:pic>
        <p:nvPicPr>
          <p:cNvPr id="7" name="Image 1" descr="/tmp/rasterized-gradient-fe92418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0"/>
            <a:ext cx="114300" cy="5143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Consultor: Anibal Solano F.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197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41202"/>
            <a:ext cx="8382000" cy="933450"/>
          </a:xfrm>
          <a:prstGeom prst="roundRect">
            <a:avLst>
              <a:gd name="adj" fmla="val 816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41202"/>
            <a:ext cx="0" cy="93345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193602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422202"/>
            <a:ext cx="81998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manual basado en Excel generando errores frecuentes en inventario y facturación, con descontrol en el uso de piezas del taller.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127052"/>
            <a:ext cx="8382000" cy="733425"/>
          </a:xfrm>
          <a:prstGeom prst="roundRect">
            <a:avLst>
              <a:gd name="adj" fmla="val 1039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127052"/>
            <a:ext cx="0" cy="73342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279452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IMPLEMENTADA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508052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Implantación de Odoo ERP con configuración funcional de cuatro pilares operativos y dos módulos estratégicos para el sector TIC.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012877"/>
            <a:ext cx="8382000" cy="811411"/>
          </a:xfrm>
          <a:prstGeom prst="roundRect">
            <a:avLst>
              <a:gd name="adj" fmla="val 939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165277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OPERATIVOS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3976687"/>
            <a:ext cx="8382000" cy="811411"/>
          </a:xfrm>
          <a:prstGeom prst="roundRect">
            <a:avLst>
              <a:gd name="adj" fmla="val 9391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400" y="4129088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ESTRATÉGICOS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31437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Venta (TPV)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962150"/>
            <a:ext cx="4023271" cy="662880"/>
          </a:xfrm>
          <a:prstGeom prst="roundRect">
            <a:avLst>
              <a:gd name="adj" fmla="val 862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095500"/>
            <a:ext cx="383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2305050"/>
            <a:ext cx="38317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rápidas en mostrador sin demoras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701230"/>
            <a:ext cx="4023271" cy="662880"/>
          </a:xfrm>
          <a:prstGeom prst="roundRect">
            <a:avLst>
              <a:gd name="adj" fmla="val 8621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834580"/>
            <a:ext cx="383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RESUELTO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" y="3044130"/>
            <a:ext cx="38317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lentas y sin control de stock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440311"/>
            <a:ext cx="4023271" cy="655290"/>
          </a:xfrm>
          <a:prstGeom prst="roundRect">
            <a:avLst>
              <a:gd name="adj" fmla="val 8721"/>
            </a:avLst>
          </a:prstGeom>
          <a:solidFill>
            <a:srgbClr val="F5F7FA"/>
          </a:solidFill>
          <a:ln w="9525">
            <a:solidFill>
              <a:srgbClr val="CF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875" y="3583186"/>
            <a:ext cx="3812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DISPONIBLE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875" y="3792736"/>
            <a:ext cx="38122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hay de nuevo en Punto de Venta? | Odoo 19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56671" y="2105174"/>
            <a:ext cx="4023271" cy="1847552"/>
          </a:xfrm>
          <a:prstGeom prst="roundRect">
            <a:avLst>
              <a:gd name="adj" fmla="val 309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09071" y="2257574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CLAVE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071" y="262711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2421" y="2562374"/>
            <a:ext cx="20036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sencilla para vendedores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071" y="288994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2421" y="2825204"/>
            <a:ext cx="23514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automática del inventario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071" y="315277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2421" y="3088035"/>
            <a:ext cx="18699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y facturas en segundos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071" y="341560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2421" y="3350865"/>
            <a:ext cx="1489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intuitivo y visual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071" y="367843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42421" y="3613696"/>
            <a:ext cx="23136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promociones y descuentos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197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Operativos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318320"/>
            <a:ext cx="8382000" cy="899071"/>
          </a:xfrm>
          <a:prstGeom prst="roundRect">
            <a:avLst>
              <a:gd name="adj" fmla="val 635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318320"/>
            <a:ext cx="0" cy="899071"/>
          </a:xfrm>
          <a:prstGeom prst="line">
            <a:avLst/>
          </a:prstGeom>
          <a:noFill/>
          <a:ln w="38100">
            <a:solidFill>
              <a:srgbClr val="607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577280"/>
            <a:ext cx="28291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1805880"/>
            <a:ext cx="2829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digital y estructurado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8560" y="1451670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Información actualizada de técnicos y vendedores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8560" y="1687860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de permisos por rol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8560" y="1924050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para nóminas y fichajes futuros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293590"/>
            <a:ext cx="8382000" cy="899071"/>
          </a:xfrm>
          <a:prstGeom prst="roundRect">
            <a:avLst>
              <a:gd name="adj" fmla="val 635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293590"/>
            <a:ext cx="0" cy="89907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2552551"/>
            <a:ext cx="28291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VENTAS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450" y="2781151"/>
            <a:ext cx="2829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profesionalizado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8560" y="2426940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Flujo proveedor → compra → recepción → stock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8560" y="2663130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Seguimiento de pedidos de clientes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8560" y="2899321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Integración automática con facturación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3268861"/>
            <a:ext cx="8382000" cy="899071"/>
          </a:xfrm>
          <a:prstGeom prst="roundRect">
            <a:avLst>
              <a:gd name="adj" fmla="val 635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268861"/>
            <a:ext cx="0" cy="899071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50" y="3527822"/>
            <a:ext cx="28291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2450" y="3756422"/>
            <a:ext cx="2829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legal y automatizada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8560" y="3402211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Facturas 100% legales y personalizables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8560" y="3638401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Registro automático de impuestos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8560" y="3874591"/>
            <a:ext cx="52541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Relación directa con ventas, TPV y compras</a:t>
            </a:r>
            <a:endParaRPr lang="en-US" sz="900" dirty="0"/>
          </a:p>
        </p:txBody>
      </p:sp>
      <p:pic>
        <p:nvPicPr>
          <p:cNvPr id="25" name="Image 0" descr="/tmp/rasterized-gradient-01002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244132"/>
            <a:ext cx="8382000" cy="4953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2628" y="4396532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sólida para gestionar operaciones diarias con control total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4226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• Gestión de Tickets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899345"/>
            <a:ext cx="4023271" cy="2259211"/>
          </a:xfrm>
          <a:prstGeom prst="roundRect">
            <a:avLst>
              <a:gd name="adj" fmla="val 3373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51745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2356545"/>
            <a:ext cx="3792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el desorden del taller en un flujo profesional, estructurado y trazable.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908995"/>
            <a:ext cx="3792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RESUELTOS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317569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137595"/>
            <a:ext cx="16657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 de reparaciones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1188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373785"/>
            <a:ext cx="21257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Desconocimiento de técnico responsable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364807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750" y="3609975"/>
            <a:ext cx="197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seguimiento del estado del equipo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" y="38842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750" y="3846165"/>
            <a:ext cx="15232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garantías confusa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6671" y="1714500"/>
            <a:ext cx="4023271" cy="1600051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0021" y="1847850"/>
            <a:ext cx="383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PRINCIPALES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0021" y="207645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Registro completo de cada reparación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0021" y="231264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Historial del dispositivo y servicio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0021" y="254883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Asignación y control de técnicos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021" y="2785021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Uso de piezas reflejado en inventario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0021" y="3021211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Mayor transparencia hacia el cliente</a:t>
            </a:r>
            <a:endParaRPr lang="en-US" sz="900" dirty="0"/>
          </a:p>
        </p:txBody>
      </p:sp>
      <p:pic>
        <p:nvPicPr>
          <p:cNvPr id="23" name="Image 0" descr="/tmp/rasterized-gradient-f9057fb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671" y="3390751"/>
            <a:ext cx="4023271" cy="9525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71886" y="3543151"/>
            <a:ext cx="3792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ROI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71886" y="3733651"/>
            <a:ext cx="37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errores → Menos retrabajo → Más eficiencia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5963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Avanzado + Código de Barras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899345"/>
            <a:ext cx="4023271" cy="2259211"/>
          </a:xfrm>
          <a:prstGeom prst="roundRect">
            <a:avLst>
              <a:gd name="adj" fmla="val 3373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51745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2356545"/>
            <a:ext cx="3792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en tiempo real de cada entrada, salida o consumo de material.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908995"/>
            <a:ext cx="3792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RESUELTOS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317569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137595"/>
            <a:ext cx="13805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piezas en taller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1188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373785"/>
            <a:ext cx="11017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desactualizado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364807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750" y="3609975"/>
            <a:ext cx="18881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perdido buscando productos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" y="388426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750" y="3846165"/>
            <a:ext cx="12312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en la reposición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6671" y="1714500"/>
            <a:ext cx="4023271" cy="1600051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0021" y="1847850"/>
            <a:ext cx="383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PRINCIPALES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0021" y="207645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Movimientos rápidos y sin errores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0021" y="231264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exacto de componentes delicados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0021" y="2548830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Integración con TPV, compras y reparaciones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021" y="2785021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Reducción drástica del error humano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0021" y="3021211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Trazabilidad completa de piezas</a:t>
            </a:r>
            <a:endParaRPr lang="en-US" sz="900" dirty="0"/>
          </a:p>
        </p:txBody>
      </p:sp>
      <p:pic>
        <p:nvPicPr>
          <p:cNvPr id="23" name="Image 0" descr="/tmp/rasterized-gradient-4a4583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671" y="3390751"/>
            <a:ext cx="4023271" cy="9525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71886" y="3543151"/>
            <a:ext cx="3792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ROI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71886" y="3733651"/>
            <a:ext cx="37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precisión → Menos pérdidas → Stock actualizado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Operativo Integrado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838200"/>
            <a:ext cx="7848600" cy="419100"/>
          </a:xfrm>
          <a:prstGeom prst="roundRect">
            <a:avLst>
              <a:gd name="adj" fmla="val 136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6800" y="95250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o recepción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TPV o Ventas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1975" y="1333500"/>
            <a:ext cx="28575" cy="133350"/>
          </a:xfrm>
          <a:prstGeom prst="rect">
            <a:avLst/>
          </a:prstGeom>
          <a:solidFill>
            <a:srgbClr val="CF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5621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1543050"/>
            <a:ext cx="7848600" cy="419100"/>
          </a:xfrm>
          <a:prstGeom prst="roundRect">
            <a:avLst>
              <a:gd name="adj" fmla="val 13636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6800" y="16573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Reparación del equipo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Helpdesk / Técnico asignado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1975" y="2038350"/>
            <a:ext cx="28575" cy="133350"/>
          </a:xfrm>
          <a:prstGeom prst="rect">
            <a:avLst/>
          </a:prstGeom>
          <a:solidFill>
            <a:srgbClr val="CF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22669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2247900"/>
            <a:ext cx="7848600" cy="419100"/>
          </a:xfrm>
          <a:prstGeom prst="roundRect">
            <a:avLst>
              <a:gd name="adj" fmla="val 13636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6800" y="236220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piezas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Descontadas automáticamente vía Inventario + Código Barras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1975" y="2743200"/>
            <a:ext cx="28575" cy="133350"/>
          </a:xfrm>
          <a:prstGeom prst="rect">
            <a:avLst/>
          </a:prstGeom>
          <a:solidFill>
            <a:srgbClr val="CF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000" y="29718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" y="2952750"/>
            <a:ext cx="7848600" cy="419100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66800" y="30670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servicio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Generación automática de factura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1975" y="3448050"/>
            <a:ext cx="28575" cy="133350"/>
          </a:xfrm>
          <a:prstGeom prst="rect">
            <a:avLst/>
          </a:prstGeom>
          <a:solidFill>
            <a:srgbClr val="CF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000" y="36766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7848600" cy="419100"/>
          </a:xfrm>
          <a:prstGeom prst="roundRect">
            <a:avLst>
              <a:gd name="adj" fmla="val 1363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66800" y="377190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Reposición de stock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Módulo de Compras</a:t>
            </a:r>
            <a:endParaRPr lang="en-US" sz="1050" dirty="0"/>
          </a:p>
        </p:txBody>
      </p:sp>
      <p:pic>
        <p:nvPicPr>
          <p:cNvPr id="23" name="Image 0" descr="/tmp/rasterized-gradient-d30cde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381500"/>
            <a:ext cx="83820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33197" y="4514850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integrado que elimina duplicidades y garantiza trazabilidad total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457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Operativo - Evidencia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8382000" cy="666750"/>
          </a:xfrm>
          <a:prstGeom prst="roundRect">
            <a:avLst>
              <a:gd name="adj" fmla="val 1142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71550"/>
            <a:ext cx="82776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generado automáticamente por Odoo ERP: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Factura de servicio de reparación con datos coherentes, impuestos calculados automáticamente y logo de InfoTech Solutions.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809750"/>
            <a:ext cx="8382000" cy="3028950"/>
          </a:xfrm>
          <a:prstGeom prst="roundRect">
            <a:avLst>
              <a:gd name="adj" fmla="val 2516"/>
            </a:avLst>
          </a:prstGeom>
          <a:solidFill>
            <a:srgbClr val="F5F7FA"/>
          </a:solidFill>
          <a:ln w="19050">
            <a:solidFill>
              <a:srgbClr val="CF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rasterized-gradient-add4f9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0851" y="2619375"/>
            <a:ext cx="762000" cy="762000"/>
          </a:xfrm>
          <a:prstGeom prst="rect">
            <a:avLst/>
          </a:prstGeom>
        </p:spPr>
      </p:pic>
      <p:pic>
        <p:nvPicPr>
          <p:cNvPr id="8" name="Image 1" descr="/tmp/rasterized-svg-b8ae2c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351" y="2809875"/>
            <a:ext cx="38100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98467" y="3495675"/>
            <a:ext cx="35469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 aquí la captura del documento PDF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798467" y="3838575"/>
            <a:ext cx="35469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/ Presupuesto / Pedido generado en Odoo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14350" y="4362450"/>
            <a:ext cx="8115300" cy="342900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33400" y="4362450"/>
            <a:ext cx="0" cy="3429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7700" y="4457700"/>
            <a:ext cx="80444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INSTRUCCIÓN: Reemplaza esta área con una captura de pantalla del documento PDF generado por Odoo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75568"/>
            <a:ext cx="8382000" cy="1828502"/>
          </a:xfrm>
          <a:prstGeom prst="roundRect">
            <a:avLst>
              <a:gd name="adj" fmla="val 416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75568"/>
            <a:ext cx="0" cy="182850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127968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IMPLANTACIÓN PROPORCIONA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45181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1413718"/>
            <a:ext cx="51486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sólida para gestión integral (ventas, compras, empleados, facturación)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171464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4850" y="1676549"/>
            <a:ext cx="27016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 del ciclo completo del taller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197747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1939379"/>
            <a:ext cx="33418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avanzado del inventario con cero improvisación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224031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850" y="2202210"/>
            <a:ext cx="41960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profesional que evita errores y mejora experiencia del cliente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250314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850" y="2465040"/>
            <a:ext cx="405212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escalable para módulos futuros (CRM, marketing, portal web)</a:t>
            </a:r>
            <a:endParaRPr lang="en-US" sz="1050" dirty="0"/>
          </a:p>
        </p:txBody>
      </p:sp>
      <p:pic>
        <p:nvPicPr>
          <p:cNvPr id="17" name="Image 0" descr="/tmp/rasterized-gradient-d2c541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880271"/>
            <a:ext cx="8382000" cy="1371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1490" y="3070771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gestión manual propensa a errores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91490" y="3413671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1490" y="3794671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entorno digital, integrado y eficiente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81000" y="4328071"/>
            <a:ext cx="8382000" cy="754261"/>
          </a:xfrm>
          <a:prstGeom prst="roundRect">
            <a:avLst>
              <a:gd name="adj" fmla="val 10103"/>
            </a:avLst>
          </a:prstGeom>
          <a:solidFill>
            <a:srgbClr val="F5F7FA"/>
          </a:solidFill>
          <a:ln w="9525">
            <a:solidFill>
              <a:srgbClr val="CF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3875" y="4470946"/>
            <a:ext cx="8258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RECOMENDADOS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 • Transformación Digital con Odoo 19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bf790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6472" y="1428750"/>
            <a:ext cx="4050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546472" y="2114550"/>
            <a:ext cx="40509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Implantación ERP Odoo Completada</a:t>
            </a:r>
            <a:endParaRPr lang="en-US" sz="1800" dirty="0"/>
          </a:p>
        </p:txBody>
      </p:sp>
      <p:pic>
        <p:nvPicPr>
          <p:cNvPr id="5" name="Image 1" descr="/tmp/rasterized-gradient-0b1e25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51" y="2800350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46472" y="3143250"/>
            <a:ext cx="4050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InfoTech Solutions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546472" y="3486150"/>
            <a:ext cx="4050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Consultor: Anibal Solano F.</a:t>
            </a:r>
            <a:endParaRPr lang="en-US" sz="1200" dirty="0"/>
          </a:p>
        </p:txBody>
      </p:sp>
      <p:pic>
        <p:nvPicPr>
          <p:cNvPr id="8" name="Image 2" descr="/tmp/rasterized-gradient-897df7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0"/>
            <a:ext cx="114300" cy="5143500"/>
          </a:xfrm>
          <a:prstGeom prst="rect">
            <a:avLst/>
          </a:prstGeom>
        </p:spPr>
      </p:pic>
      <p:pic>
        <p:nvPicPr>
          <p:cNvPr id="9" name="Image 3" descr="/tmp/rasterized-gradient-386b12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Odoo - Transformación Digital</dc:title>
  <dc:subject>Proyecto de Modernización Digital - InfoTech Solutions</dc:subject>
  <dc:creator>Anibal Solano F.</dc:creator>
  <cp:lastModifiedBy>Anibal Solano F.</cp:lastModifiedBy>
  <cp:revision>1</cp:revision>
  <dcterms:created xsi:type="dcterms:W3CDTF">2025-11-27T18:38:00Z</dcterms:created>
  <dcterms:modified xsi:type="dcterms:W3CDTF">2025-11-27T18:38:00Z</dcterms:modified>
</cp:coreProperties>
</file>